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61520" cy="274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mini-swe-agent 框架优化  </a:t>
            </a:r>
            <a:pPr indent="0" marL="0">
              <a:buNone/>
            </a:pPr>
            <a:r>
              <a:rPr lang="en-US" sz="2600" b="1" dirty="0">
                <a:solidFill>
                  <a:srgbClr val="44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项目时间计划表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91440"/>
            <a:ext cx="11905488" cy="530352"/>
          </a:xfrm>
          <a:prstGeom prst="rect">
            <a:avLst/>
          </a:prstGeom>
          <a:noFill/>
          <a:ln/>
        </p:spPr>
        <p:txBody>
          <a:bodyPr wrap="square" lIns="0" tIns="0" rIns="3556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递归生成 × Agent 自进化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1179576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877824"/>
            <a:ext cx="1319349" cy="237744"/>
          </a:xfrm>
          <a:prstGeom prst="rect">
            <a:avLst/>
          </a:prstGeom>
          <a:solidFill>
            <a:srgbClr val="F0F0F0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877824"/>
            <a:ext cx="1319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9月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62549" y="877824"/>
            <a:ext cx="2638697" cy="237744"/>
          </a:xfrm>
          <a:prstGeom prst="rect">
            <a:avLst/>
          </a:prstGeom>
          <a:solidFill>
            <a:srgbClr val="F0F0F0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2549" y="877824"/>
            <a:ext cx="26386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01246" y="877824"/>
            <a:ext cx="2638697" cy="237744"/>
          </a:xfrm>
          <a:prstGeom prst="rect">
            <a:avLst/>
          </a:prstGeom>
          <a:solidFill>
            <a:srgbClr val="F0F0F0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1246" y="877824"/>
            <a:ext cx="26386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339943" y="877824"/>
            <a:ext cx="2638697" cy="237744"/>
          </a:xfrm>
          <a:prstGeom prst="rect">
            <a:avLst/>
          </a:prstGeom>
          <a:solidFill>
            <a:srgbClr val="F0F0F0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9943" y="877824"/>
            <a:ext cx="26386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877824"/>
            <a:ext cx="2560320" cy="585216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877824"/>
            <a:ext cx="2487168" cy="58521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工作内容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02874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2874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62549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2549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22223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2223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81897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81897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41571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1571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701246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1246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60920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20594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0594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680269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0269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339943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39943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999617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99617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659291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59291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1318966" y="1133856"/>
            <a:ext cx="659674" cy="329184"/>
          </a:xfrm>
          <a:prstGeom prst="rect">
            <a:avLst/>
          </a:prstGeom>
          <a:solidFill>
            <a:srgbClr val="EAEAEA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318966" y="1133856"/>
            <a:ext cx="65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0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02874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62549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22223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81897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41571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01246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60920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20594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80269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39943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99617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659291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18966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978640" y="1463040"/>
            <a:ext cx="0" cy="448056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2880" y="1496919"/>
            <a:ext cx="11795760" cy="214564"/>
          </a:xfrm>
          <a:prstGeom prst="roundRect">
            <a:avLst>
              <a:gd name="adj" fmla="val 25570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1496919"/>
            <a:ext cx="11649456" cy="21456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递归生成 · 流水线验证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82880" y="1745361"/>
            <a:ext cx="11795760" cy="282321"/>
          </a:xfrm>
          <a:prstGeom prst="rect">
            <a:avLst/>
          </a:prstGeom>
          <a:solidFill>
            <a:srgbClr val="FFFFFF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9184" y="1745361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阶段验证（17 模块并行）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807208" y="1840550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79776" y="1813118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79776" y="1813118"/>
            <a:ext cx="1246197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79776" y="1813118"/>
            <a:ext cx="1246197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– W4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82880" y="2027682"/>
            <a:ext cx="11795760" cy="282321"/>
          </a:xfrm>
          <a:prstGeom prst="rect">
            <a:avLst/>
          </a:prstGeom>
          <a:solidFill>
            <a:srgbClr val="F7F7F7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" y="2027682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阶段验证（编译+全回归）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466882" y="2122871"/>
            <a:ext cx="586522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39450" y="2095439"/>
            <a:ext cx="586522" cy="146807"/>
          </a:xfrm>
          <a:prstGeom prst="roundRect">
            <a:avLst>
              <a:gd name="adj" fmla="val 37372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39450" y="2095439"/>
            <a:ext cx="586522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39450" y="2095439"/>
            <a:ext cx="586522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82880" y="2310003"/>
            <a:ext cx="11795760" cy="282321"/>
          </a:xfrm>
          <a:prstGeom prst="rect">
            <a:avLst/>
          </a:prstGeom>
          <a:solidFill>
            <a:srgbClr val="FFFFFF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9184" y="2310003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端到端首跑 + baseline 对照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466882" y="2405192"/>
            <a:ext cx="586522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39450" y="2377760"/>
            <a:ext cx="586522" cy="146807"/>
          </a:xfrm>
          <a:prstGeom prst="roundRect">
            <a:avLst>
              <a:gd name="adj" fmla="val 37372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39450" y="2377760"/>
            <a:ext cx="586522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39450" y="2377760"/>
            <a:ext cx="586522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82880" y="2626203"/>
            <a:ext cx="11795760" cy="214564"/>
          </a:xfrm>
          <a:prstGeom prst="roundRect">
            <a:avLst>
              <a:gd name="adj" fmla="val 2557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6032" y="2626203"/>
            <a:ext cx="11649456" cy="21456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递归生成 · 扩展优化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182880" y="2874645"/>
            <a:ext cx="11795760" cy="282321"/>
          </a:xfrm>
          <a:prstGeom prst="rect">
            <a:avLst/>
          </a:prstGeom>
          <a:solidFill>
            <a:srgbClr val="FFFFFF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9184" y="2874645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多 CLI 风格适配（flag/urfave）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126557" y="2969834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099125" y="2942402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099125" y="2942402"/>
            <a:ext cx="1246197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99125" y="2942402"/>
            <a:ext cx="1246197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– W2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82880" y="3156966"/>
            <a:ext cx="11795760" cy="282321"/>
          </a:xfrm>
          <a:prstGeom prst="rect">
            <a:avLst/>
          </a:prstGeom>
          <a:solidFill>
            <a:srgbClr val="F7F7F7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9184" y="3156966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plan/implement 模板与步数调优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786231" y="3252155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58799" y="3224723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758799" y="3224723"/>
            <a:ext cx="1246197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58799" y="3224723"/>
            <a:ext cx="1246197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– W3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182880" y="3439287"/>
            <a:ext cx="11795760" cy="282321"/>
          </a:xfrm>
          <a:prstGeom prst="rect">
            <a:avLst/>
          </a:prstGeom>
          <a:solidFill>
            <a:srgbClr val="FFFFFF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9184" y="3439287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批量任务扩展与失败模式收集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445905" y="3534476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18473" y="3507044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18473" y="3507044"/>
            <a:ext cx="1246197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418473" y="3507044"/>
            <a:ext cx="1246197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– W4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182880" y="3721608"/>
            <a:ext cx="11795760" cy="282321"/>
          </a:xfrm>
          <a:prstGeom prst="rect">
            <a:avLst/>
          </a:prstGeom>
          <a:solidFill>
            <a:srgbClr val="F7F7F7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9184" y="3721608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生成速度与 token 成本优化（缓存/增量/Flash 分工）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765254" y="3816797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37822" y="3789365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37822" y="3789365"/>
            <a:ext cx="1246197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737822" y="3789365"/>
            <a:ext cx="1246197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– W2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182880" y="4037808"/>
            <a:ext cx="11795760" cy="214564"/>
          </a:xfrm>
          <a:prstGeom prst="roundRect">
            <a:avLst>
              <a:gd name="adj" fmla="val 25570"/>
            </a:avLst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56032" y="4037808"/>
            <a:ext cx="11649456" cy="21456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自进化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182880" y="4286250"/>
            <a:ext cx="11795760" cy="282321"/>
          </a:xfrm>
          <a:prstGeom prst="rect">
            <a:avLst/>
          </a:prstGeom>
          <a:solidFill>
            <a:srgbClr val="F7F7F7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29184" y="4286250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自进化机制设计（跑分→归因→变异→重跑）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084602" y="4381439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057170" y="4354007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057170" y="4354007"/>
            <a:ext cx="1246197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057170" y="4354007"/>
            <a:ext cx="1246197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– W4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182880" y="4568571"/>
            <a:ext cx="11795760" cy="282321"/>
          </a:xfrm>
          <a:prstGeom prst="rect">
            <a:avLst/>
          </a:prstGeom>
          <a:solidFill>
            <a:srgbClr val="FFFFFF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29184" y="4568571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自进化 v1 闭环验证（atlas）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9403951" y="4663760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376519" y="4636328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376519" y="4636328"/>
            <a:ext cx="1246197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376519" y="4636328"/>
            <a:ext cx="1246197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– W2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182880" y="4850892"/>
            <a:ext cx="11795760" cy="282321"/>
          </a:xfrm>
          <a:prstGeom prst="rect">
            <a:avLst/>
          </a:prstGeom>
          <a:solidFill>
            <a:srgbClr val="F7F7F7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29184" y="4850892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多轮进化迭代（分数/速度/成本）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0063625" y="4946081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036193" y="4918649"/>
            <a:ext cx="1246197" cy="146807"/>
          </a:xfrm>
          <a:prstGeom prst="roundRect">
            <a:avLst>
              <a:gd name="adj" fmla="val 37372"/>
            </a:avLst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36193" y="4918649"/>
            <a:ext cx="1246197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036193" y="4918649"/>
            <a:ext cx="1246197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– W3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182880" y="5167092"/>
            <a:ext cx="11795760" cy="214564"/>
          </a:xfrm>
          <a:prstGeom prst="roundRect">
            <a:avLst>
              <a:gd name="adj" fmla="val 2557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56032" y="5167092"/>
            <a:ext cx="11649456" cy="21456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评测与收尾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182880" y="5415534"/>
            <a:ext cx="11795760" cy="282321"/>
          </a:xfrm>
          <a:prstGeom prst="rect">
            <a:avLst/>
          </a:prstGeom>
          <a:solidFill>
            <a:srgbClr val="F7F7F7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29184" y="5415534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 ProgramBench 评测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11382974" y="5510723"/>
            <a:ext cx="586522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355542" y="5483291"/>
            <a:ext cx="586522" cy="146807"/>
          </a:xfrm>
          <a:prstGeom prst="roundRect">
            <a:avLst>
              <a:gd name="adj" fmla="val 3737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355542" y="5483291"/>
            <a:ext cx="586522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1355542" y="5483291"/>
            <a:ext cx="586522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182880" y="5697855"/>
            <a:ext cx="11795760" cy="282321"/>
          </a:xfrm>
          <a:prstGeom prst="rect">
            <a:avLst/>
          </a:prstGeom>
          <a:solidFill>
            <a:srgbClr val="FFFFFF"/>
          </a:solidFill>
          <a:ln w="2540">
            <a:solidFill>
              <a:srgbClr val="D0D0D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29184" y="5697855"/>
            <a:ext cx="2340864" cy="2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结果分析与技术报告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11382974" y="5793044"/>
            <a:ext cx="586522" cy="146807"/>
          </a:xfrm>
          <a:prstGeom prst="roundRect">
            <a:avLst>
              <a:gd name="adj" fmla="val 37372"/>
            </a:avLst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355542" y="5765612"/>
            <a:ext cx="586522" cy="146807"/>
          </a:xfrm>
          <a:prstGeom prst="roundRect">
            <a:avLst>
              <a:gd name="adj" fmla="val 3737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1355542" y="5765612"/>
            <a:ext cx="586522" cy="41106"/>
          </a:xfrm>
          <a:prstGeom prst="roundRect">
            <a:avLst>
              <a:gd name="adj" fmla="val 133470"/>
            </a:avLst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1355542" y="5765612"/>
            <a:ext cx="586522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256032" y="649224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02920" y="6464808"/>
            <a:ext cx="263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递归生成 · 流水线验证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3168396" y="649224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415284" y="6464808"/>
            <a:ext cx="263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递归生成 · 扩展优化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6080760" y="649224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327648" y="6464808"/>
            <a:ext cx="263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自进化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8993124" y="649224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240012" y="6464808"/>
            <a:ext cx="263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评测与收尾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2026-09-21T02:44:35Z</dcterms:created>
  <dcterms:modified xsi:type="dcterms:W3CDTF">2026-09-21T02:44:35Z</dcterms:modified>
</cp:coreProperties>
</file>